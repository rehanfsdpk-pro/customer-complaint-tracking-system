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52D8DD-158B-43C0-8202-B13E75D9B70D}">
          <p14:sldIdLst>
            <p14:sldId id="256"/>
            <p14:sldId id="26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06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32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8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57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36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6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2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95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7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19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91D14-5C4A-439E-9916-844C1C9719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3896A3-BA23-439C-B709-C4F909D3953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04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1225-6C8D-4664-A871-FEAD11E3D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059" y="1616250"/>
            <a:ext cx="10067881" cy="155302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Complaint Tracking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946C3-34CC-4031-89E8-94838F2B2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88722"/>
            <a:ext cx="8637072" cy="977621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Engr. Syed Muhammad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E9A03-3709-4B45-9758-B5F6A0F50443}"/>
              </a:ext>
            </a:extLst>
          </p:cNvPr>
          <p:cNvSpPr txBox="1"/>
          <p:nvPr/>
        </p:nvSpPr>
        <p:spPr>
          <a:xfrm>
            <a:off x="7397252" y="3854366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2025-MC-155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2025-MC-159</a:t>
            </a:r>
          </a:p>
        </p:txBody>
      </p:sp>
    </p:spTree>
    <p:extLst>
      <p:ext uri="{BB962C8B-B14F-4D97-AF65-F5344CB8AC3E}">
        <p14:creationId xmlns:p14="http://schemas.microsoft.com/office/powerpoint/2010/main" val="153095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333FF-B506-41C7-8491-C5FBBE07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5320D-4734-4A16-9FA0-FB70F5ED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complaints are common in service organizations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complaints manually takes more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create confusion and mistakes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ICT helps manage complaints in a better and organized way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data can be stored safely using ICT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status can be checked easily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designs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Complaint Tracking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ICT tools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FE9C8-AA1D-4229-881E-0A31CFE4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200" y="1914950"/>
            <a:ext cx="2850654" cy="2071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111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DA4E-22B1-40C4-AD82-B2DBB560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br>
              <a:rPr lang="en-US" b="1" dirty="0"/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6C42-37EA-471A-9A73-1BF16C84D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use paper or simple files for complaints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causes delays in handling complaints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records can be lost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status is difficult to track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proper computerized system is needed</a:t>
            </a:r>
          </a:p>
          <a:p>
            <a:pPr marL="1828800" lvl="4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FC428-77B2-481E-A476-1AF026474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286" y="2110716"/>
            <a:ext cx="2636568" cy="26365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519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246B-885A-462C-B5BD-1FF3A490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8DE0-58B3-4881-AC7E-9D7AA1C4F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simple complaint tracking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complaint data in an organized database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complaint status easy to check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ICT tools for system development and documentation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52CA1B-81BA-4028-B336-5A58065E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844" y="1963995"/>
            <a:ext cx="2930010" cy="2930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35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8847-A8B6-4C90-AE90-55617FD7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76ABD-0E2D-47B2-92AF-58DBCC251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submit their complaints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stored in a database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assigned to support staff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complaint has a status: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In-Progress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delays and confusion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AA275-07D4-4481-8F16-6FA9832F7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621" y="2015732"/>
            <a:ext cx="3802233" cy="2643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606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8330-2DEA-4B57-998B-3B77541F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Creation and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767F5-B582-47F4-9087-656C7FCE9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dataset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complaint records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is used to create the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ID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type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staff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2477E-C361-4FB2-A54F-E9F308593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56" y="2998469"/>
            <a:ext cx="4654631" cy="25585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118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BF37-4B41-4EEB-A387-FB2367C3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(DBMS Schema)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46F-1A76-4D76-9C2E-8FE32D492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customer information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complaint details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Staff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staff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 are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tables are maintained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26ACD-DEB5-4477-8CC3-7DE51C54A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0" y="2325212"/>
            <a:ext cx="4260354" cy="2207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543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C730-3469-4806-B57B-9C5C40C5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4A6B3-A8A2-418B-A4C1-698BC0230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diagram is created using Canva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shows complaint 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includes: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submission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storage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to support staff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9587F-A001-4967-8139-133873E49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46780"/>
            <a:ext cx="4383314" cy="2988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953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274F-AECF-4E75-ABDF-F845D0B4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ICT Tools Used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0BDFA-FCBD-4E65-A54C-731BB1670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for dataset creation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concepts for database design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 for system diagram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Overleaf for report writing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for project submission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Mendeley for references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F12F52-C943-4109-B149-7F8CEB6B8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772" y="3141102"/>
            <a:ext cx="850583" cy="850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C83CC7-75FB-419A-962E-74F9B1EDE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982" y="2015732"/>
            <a:ext cx="850584" cy="850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20E64C-ADE8-4624-A622-C13C64B68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772" y="2015732"/>
            <a:ext cx="850584" cy="850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7FC27B-2EE3-4BE5-A416-FB0C8A2FB3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92" y="2015732"/>
            <a:ext cx="850584" cy="850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600A2DC-547D-4C56-8C2A-1EF68ECC0D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92" y="3141102"/>
            <a:ext cx="850584" cy="850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F2561F-1262-479A-B439-2E931E12B5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982" y="3141102"/>
            <a:ext cx="850584" cy="850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689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1F34-E553-457D-8E25-1B8ADC68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9F31-CEC4-4205-8E11-E28A0471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managed in an organized way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is faster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status is easy to track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 is reduced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7618B-BDC4-46E3-B11C-B0C790B70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7" y="2705100"/>
            <a:ext cx="4581483" cy="27612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362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06DB-3084-410C-BF2F-B321C30E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1EBE6-A5D2-44FB-8782-BCF52D154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an effective ICT-based 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customer complaint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meets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Engineering Activity (CEA)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practical use of ICT tools in real-world problems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3F037-FE53-49BE-9C10-2B11AD79F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729" y="2015732"/>
            <a:ext cx="2143125" cy="214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35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F9F5-493A-4388-92E8-3C5292436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1" y="802298"/>
            <a:ext cx="9835652" cy="2541431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          Thank you!     </a:t>
            </a:r>
            <a:endParaRPr lang="en-US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CC882-6032-42C4-8474-42AF5A47F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8449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</TotalTime>
  <Words>355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Gill Sans MT</vt:lpstr>
      <vt:lpstr>Times New Roman</vt:lpstr>
      <vt:lpstr>Gallery</vt:lpstr>
      <vt:lpstr>Customer Complaint Tracking System</vt:lpstr>
      <vt:lpstr>Introduction </vt:lpstr>
      <vt:lpstr>Problem Definition </vt:lpstr>
      <vt:lpstr>Objectives of the Project </vt:lpstr>
      <vt:lpstr>Proposed System </vt:lpstr>
      <vt:lpstr>Dataset Creation and Analysis </vt:lpstr>
      <vt:lpstr>Database Design (DBMS Schema) </vt:lpstr>
      <vt:lpstr>System Diagram </vt:lpstr>
      <vt:lpstr>ICT Tools Used </vt:lpstr>
      <vt:lpstr>Results </vt:lpstr>
      <vt:lpstr>Conclusion </vt:lpstr>
      <vt:lpstr>           Thank you!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Complaint Tracking System</dc:title>
  <dc:creator>admin</dc:creator>
  <cp:lastModifiedBy>admin</cp:lastModifiedBy>
  <cp:revision>16</cp:revision>
  <dcterms:created xsi:type="dcterms:W3CDTF">2026-01-05T15:17:41Z</dcterms:created>
  <dcterms:modified xsi:type="dcterms:W3CDTF">2026-01-06T15:33:49Z</dcterms:modified>
</cp:coreProperties>
</file>